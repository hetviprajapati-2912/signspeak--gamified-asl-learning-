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chivo Black" panose="020B0604020202020204" charset="0"/>
      <p:regular r:id="rId8"/>
    </p:embeddedFont>
    <p:embeddedFont>
      <p:font typeface="League Spartan" panose="020B0604020202020204" charset="0"/>
      <p:regular r:id="rId9"/>
    </p:embeddedFont>
    <p:embeddedFont>
      <p:font typeface="Roboto" panose="020F0502020204030204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01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41099" y="6528960"/>
            <a:ext cx="10048856" cy="9672024"/>
          </a:xfrm>
          <a:custGeom>
            <a:avLst/>
            <a:gdLst/>
            <a:ahLst/>
            <a:cxnLst/>
            <a:rect l="l" t="t" r="r" b="b"/>
            <a:pathLst>
              <a:path w="10048856" h="9672024">
                <a:moveTo>
                  <a:pt x="0" y="0"/>
                </a:moveTo>
                <a:lnTo>
                  <a:pt x="10048857" y="0"/>
                </a:lnTo>
                <a:lnTo>
                  <a:pt x="10048857" y="9672025"/>
                </a:lnTo>
                <a:lnTo>
                  <a:pt x="0" y="9672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789665" y="4171621"/>
            <a:ext cx="2968663" cy="3454445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775766" y="2314884"/>
            <a:ext cx="2027798" cy="2359620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43668" y="7112436"/>
            <a:ext cx="1491995" cy="1736140"/>
            <a:chOff x="0" y="0"/>
            <a:chExt cx="6985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522882" y="8762851"/>
            <a:ext cx="1041571" cy="1212010"/>
            <a:chOff x="0" y="0"/>
            <a:chExt cx="6985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742714" y="902274"/>
            <a:ext cx="1357309" cy="1258595"/>
          </a:xfrm>
          <a:custGeom>
            <a:avLst/>
            <a:gdLst/>
            <a:ahLst/>
            <a:cxnLst/>
            <a:rect l="l" t="t" r="r" b="b"/>
            <a:pathLst>
              <a:path w="1357309" h="1258595">
                <a:moveTo>
                  <a:pt x="0" y="0"/>
                </a:moveTo>
                <a:lnTo>
                  <a:pt x="1357309" y="0"/>
                </a:lnTo>
                <a:lnTo>
                  <a:pt x="1357309" y="1258596"/>
                </a:lnTo>
                <a:lnTo>
                  <a:pt x="0" y="1258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116671" y="-298782"/>
            <a:ext cx="2853521" cy="3269659"/>
          </a:xfrm>
          <a:custGeom>
            <a:avLst/>
            <a:gdLst/>
            <a:ahLst/>
            <a:cxnLst/>
            <a:rect l="l" t="t" r="r" b="b"/>
            <a:pathLst>
              <a:path w="2853521" h="3269659">
                <a:moveTo>
                  <a:pt x="0" y="0"/>
                </a:moveTo>
                <a:lnTo>
                  <a:pt x="2853521" y="0"/>
                </a:lnTo>
                <a:lnTo>
                  <a:pt x="2853521" y="3269659"/>
                </a:lnTo>
                <a:lnTo>
                  <a:pt x="0" y="3269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884517" y="2591109"/>
            <a:ext cx="12891249" cy="389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0"/>
              </a:lnSpc>
            </a:pPr>
            <a:r>
              <a:rPr lang="en-US" sz="149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SIGN SPEAK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7730" y="9116182"/>
            <a:ext cx="8452541" cy="44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68220" y="1862044"/>
            <a:ext cx="13151559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i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ABOUT SIGN SPEAK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155423" y="-407369"/>
            <a:ext cx="2929715" cy="3409123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89438" y="406812"/>
            <a:ext cx="1530342" cy="1780761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155423" y="9092729"/>
            <a:ext cx="3338390" cy="3344471"/>
          </a:xfrm>
          <a:custGeom>
            <a:avLst/>
            <a:gdLst/>
            <a:ahLst/>
            <a:cxnLst/>
            <a:rect l="l" t="t" r="r" b="b"/>
            <a:pathLst>
              <a:path w="3338390" h="3344471">
                <a:moveTo>
                  <a:pt x="0" y="0"/>
                </a:moveTo>
                <a:lnTo>
                  <a:pt x="3338390" y="0"/>
                </a:lnTo>
                <a:lnTo>
                  <a:pt x="3338390" y="3344471"/>
                </a:lnTo>
                <a:lnTo>
                  <a:pt x="0" y="3344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4477331" y="2982704"/>
            <a:ext cx="933333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 rot="-2312914">
            <a:off x="-1910548" y="3620227"/>
            <a:ext cx="3209938" cy="3678054"/>
          </a:xfrm>
          <a:custGeom>
            <a:avLst/>
            <a:gdLst/>
            <a:ahLst/>
            <a:cxnLst/>
            <a:rect l="l" t="t" r="r" b="b"/>
            <a:pathLst>
              <a:path w="3209938" h="3678054">
                <a:moveTo>
                  <a:pt x="0" y="0"/>
                </a:moveTo>
                <a:lnTo>
                  <a:pt x="3209938" y="0"/>
                </a:lnTo>
                <a:lnTo>
                  <a:pt x="3209938" y="3678054"/>
                </a:lnTo>
                <a:lnTo>
                  <a:pt x="0" y="367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380178" y="3476737"/>
            <a:ext cx="13339602" cy="392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1"/>
              </a:lnSpc>
            </a:pPr>
            <a:r>
              <a:rPr lang="en-US" sz="7458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It is an tool that interprets sign launguage gesture into speech using CNN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203" y="3790380"/>
            <a:ext cx="4275117" cy="4114800"/>
          </a:xfrm>
          <a:custGeom>
            <a:avLst/>
            <a:gdLst/>
            <a:ahLst/>
            <a:cxnLst/>
            <a:rect l="l" t="t" r="r" b="b"/>
            <a:pathLst>
              <a:path w="4275117" h="4114800">
                <a:moveTo>
                  <a:pt x="0" y="0"/>
                </a:moveTo>
                <a:lnTo>
                  <a:pt x="4275117" y="0"/>
                </a:lnTo>
                <a:lnTo>
                  <a:pt x="42751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128491" y="8435318"/>
            <a:ext cx="1591289" cy="1851682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34870" y="1502886"/>
            <a:ext cx="13151559" cy="113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8499" i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02041" y="3543523"/>
            <a:ext cx="13283918" cy="331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DATASET used : American Sign Language (ASL) dataset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Model Used: CNN 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Training Accuracy : 94.91%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Validation Accuracy : 99.78%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confidence Graph Ploting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259272" y="6594489"/>
            <a:ext cx="2665836" cy="3102063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2138" y="-874618"/>
            <a:ext cx="2814324" cy="3274850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3427243" y="2784877"/>
            <a:ext cx="11166815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-2070239">
            <a:off x="1147706" y="2195753"/>
            <a:ext cx="1057228" cy="1140148"/>
          </a:xfrm>
          <a:custGeom>
            <a:avLst/>
            <a:gdLst/>
            <a:ahLst/>
            <a:cxnLst/>
            <a:rect l="l" t="t" r="r" b="b"/>
            <a:pathLst>
              <a:path w="1057228" h="1140148">
                <a:moveTo>
                  <a:pt x="0" y="0"/>
                </a:moveTo>
                <a:lnTo>
                  <a:pt x="1057228" y="0"/>
                </a:lnTo>
                <a:lnTo>
                  <a:pt x="1057228" y="1140148"/>
                </a:lnTo>
                <a:lnTo>
                  <a:pt x="0" y="1140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203" y="3790380"/>
            <a:ext cx="4275117" cy="4114800"/>
          </a:xfrm>
          <a:custGeom>
            <a:avLst/>
            <a:gdLst/>
            <a:ahLst/>
            <a:cxnLst/>
            <a:rect l="l" t="t" r="r" b="b"/>
            <a:pathLst>
              <a:path w="4275117" h="4114800">
                <a:moveTo>
                  <a:pt x="0" y="0"/>
                </a:moveTo>
                <a:lnTo>
                  <a:pt x="4275117" y="0"/>
                </a:lnTo>
                <a:lnTo>
                  <a:pt x="42751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128491" y="8435318"/>
            <a:ext cx="1591289" cy="1851682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34870" y="1502886"/>
            <a:ext cx="13151559" cy="113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8499" i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 IN 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02041" y="3543523"/>
            <a:ext cx="13283918" cy="331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Python And Django 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pandas ,Matplotlib 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OPENCV camera 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TensorFlow Keras 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Py PDF2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259272" y="6594489"/>
            <a:ext cx="2665836" cy="3102063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2138" y="-874618"/>
            <a:ext cx="2814324" cy="3274850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3427243" y="2784877"/>
            <a:ext cx="11166815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-2070239">
            <a:off x="1147706" y="2195753"/>
            <a:ext cx="1057228" cy="1140148"/>
          </a:xfrm>
          <a:custGeom>
            <a:avLst/>
            <a:gdLst/>
            <a:ahLst/>
            <a:cxnLst/>
            <a:rect l="l" t="t" r="r" b="b"/>
            <a:pathLst>
              <a:path w="1057228" h="1140148">
                <a:moveTo>
                  <a:pt x="0" y="0"/>
                </a:moveTo>
                <a:lnTo>
                  <a:pt x="1057228" y="0"/>
                </a:lnTo>
                <a:lnTo>
                  <a:pt x="1057228" y="1140148"/>
                </a:lnTo>
                <a:lnTo>
                  <a:pt x="0" y="1140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203" y="3790380"/>
            <a:ext cx="4275117" cy="4114800"/>
          </a:xfrm>
          <a:custGeom>
            <a:avLst/>
            <a:gdLst/>
            <a:ahLst/>
            <a:cxnLst/>
            <a:rect l="l" t="t" r="r" b="b"/>
            <a:pathLst>
              <a:path w="4275117" h="4114800">
                <a:moveTo>
                  <a:pt x="0" y="0"/>
                </a:moveTo>
                <a:lnTo>
                  <a:pt x="4275117" y="0"/>
                </a:lnTo>
                <a:lnTo>
                  <a:pt x="42751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128491" y="8435318"/>
            <a:ext cx="1591289" cy="1851682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34870" y="1502886"/>
            <a:ext cx="13151559" cy="113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8499" i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SCOPE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02041" y="3543523"/>
            <a:ext cx="13283918" cy="270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Extend to full sentences and continuous Gestures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support regional sign language </a:t>
            </a:r>
          </a:p>
          <a:p>
            <a:pPr algn="ctr">
              <a:lnSpc>
                <a:spcPts val="5319"/>
              </a:lnSpc>
            </a:pPr>
            <a:r>
              <a:rPr lang="en-US" sz="3799" spc="189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Add speech output for better communication</a:t>
            </a:r>
          </a:p>
          <a:p>
            <a:pPr algn="ctr">
              <a:lnSpc>
                <a:spcPts val="5739"/>
              </a:lnSpc>
            </a:pPr>
            <a:r>
              <a:rPr lang="en-US" sz="4099" spc="204">
                <a:solidFill>
                  <a:srgbClr val="A5593C"/>
                </a:solidFill>
                <a:latin typeface="Roboto"/>
                <a:ea typeface="Roboto"/>
                <a:cs typeface="Roboto"/>
                <a:sym typeface="Roboto"/>
              </a:rPr>
              <a:t>Mobile or web deployment for accessibility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259272" y="6594489"/>
            <a:ext cx="2665836" cy="3102063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2138" y="-874618"/>
            <a:ext cx="2814324" cy="3274850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3427243" y="2784877"/>
            <a:ext cx="11166815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-2070239">
            <a:off x="1147706" y="2195753"/>
            <a:ext cx="1057228" cy="1140148"/>
          </a:xfrm>
          <a:custGeom>
            <a:avLst/>
            <a:gdLst/>
            <a:ahLst/>
            <a:cxnLst/>
            <a:rect l="l" t="t" r="r" b="b"/>
            <a:pathLst>
              <a:path w="1057228" h="1140148">
                <a:moveTo>
                  <a:pt x="0" y="0"/>
                </a:moveTo>
                <a:lnTo>
                  <a:pt x="1057228" y="0"/>
                </a:lnTo>
                <a:lnTo>
                  <a:pt x="1057228" y="1140148"/>
                </a:lnTo>
                <a:lnTo>
                  <a:pt x="0" y="1140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67910" y="1776734"/>
            <a:ext cx="9083271" cy="5516023"/>
          </a:xfrm>
          <a:custGeom>
            <a:avLst/>
            <a:gdLst/>
            <a:ahLst/>
            <a:cxnLst/>
            <a:rect l="l" t="t" r="r" b="b"/>
            <a:pathLst>
              <a:path w="9083271" h="5516023">
                <a:moveTo>
                  <a:pt x="0" y="0"/>
                </a:moveTo>
                <a:lnTo>
                  <a:pt x="9083272" y="0"/>
                </a:lnTo>
                <a:lnTo>
                  <a:pt x="9083272" y="5516023"/>
                </a:lnTo>
                <a:lnTo>
                  <a:pt x="0" y="5516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04749" y="2191946"/>
            <a:ext cx="1474304" cy="1302748"/>
          </a:xfrm>
          <a:custGeom>
            <a:avLst/>
            <a:gdLst/>
            <a:ahLst/>
            <a:cxnLst/>
            <a:rect l="l" t="t" r="r" b="b"/>
            <a:pathLst>
              <a:path w="1474304" h="1302748">
                <a:moveTo>
                  <a:pt x="0" y="0"/>
                </a:moveTo>
                <a:lnTo>
                  <a:pt x="1474303" y="0"/>
                </a:lnTo>
                <a:lnTo>
                  <a:pt x="1474303" y="1302748"/>
                </a:lnTo>
                <a:lnTo>
                  <a:pt x="0" y="1302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323494" y="6948470"/>
            <a:ext cx="10048856" cy="9672024"/>
          </a:xfrm>
          <a:custGeom>
            <a:avLst/>
            <a:gdLst/>
            <a:ahLst/>
            <a:cxnLst/>
            <a:rect l="l" t="t" r="r" b="b"/>
            <a:pathLst>
              <a:path w="10048856" h="9672024">
                <a:moveTo>
                  <a:pt x="0" y="0"/>
                </a:moveTo>
                <a:lnTo>
                  <a:pt x="10048856" y="0"/>
                </a:lnTo>
                <a:lnTo>
                  <a:pt x="10048856" y="9672024"/>
                </a:lnTo>
                <a:lnTo>
                  <a:pt x="0" y="9672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5884" y="4362121"/>
            <a:ext cx="11516998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 i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YOU...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789665" y="4171621"/>
            <a:ext cx="2968663" cy="3454445"/>
            <a:chOff x="0" y="0"/>
            <a:chExt cx="6985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775766" y="2314884"/>
            <a:ext cx="2027798" cy="2359620"/>
            <a:chOff x="0" y="0"/>
            <a:chExt cx="6985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043668" y="7112436"/>
            <a:ext cx="1491995" cy="1736140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5593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522882" y="8762851"/>
            <a:ext cx="1041571" cy="1212010"/>
            <a:chOff x="0" y="0"/>
            <a:chExt cx="6985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Custom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Archivo Black</vt:lpstr>
      <vt:lpstr>Arial</vt:lpstr>
      <vt:lpstr>League Spartan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and Elegant Creative Portfolio Presentation</dc:title>
  <cp:lastModifiedBy>Hetvi Prajapati</cp:lastModifiedBy>
  <cp:revision>2</cp:revision>
  <dcterms:created xsi:type="dcterms:W3CDTF">2006-08-16T00:00:00Z</dcterms:created>
  <dcterms:modified xsi:type="dcterms:W3CDTF">2025-11-10T17:34:57Z</dcterms:modified>
  <dc:identifier>DAGvXCCH3Fg</dc:identifier>
</cp:coreProperties>
</file>